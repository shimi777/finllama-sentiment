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463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Financial Instruction Tuning Help LLMs?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560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Replicating the sentiment-classification slice of Open-FinLLMs (Huang et al., 2024)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Presentation  ·  30 min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4389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[Authors]   ·   LLMs in Finance Seminar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188720" y="132588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setup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88720" y="166420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question, scope, reproducibility note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0" y="14447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5-7 min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05740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0574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188720" y="210312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experimental design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44144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Datasets, models, prompts, matrix, defenses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0" y="222199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8-10 min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834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88720" y="288036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error analysis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21868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numbers, per-class behavior, concrete cases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0" y="29992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10-12 min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611880"/>
            <a:ext cx="54864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611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188720" y="3657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995928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Reproducibility, prompt sensitivity, what we'd change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0" y="37764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min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 and setup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test, and why it matters.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Open-FinLLMs (Huang et al., 2024) claims financial instruction tuning improves financial NLP.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544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TheFinAI's financial instruction tuning beat the LLaMA-family base it was built on?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21945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Specifically, on sentiment classification — and how does it compare to classical baselines (FinBERT, VADER) and other 7-8B general-purpose LLMs (Mistral, Qwen2.5)?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9436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/ FiQA-SA sentiment task; 4-bit inference of an 8B financial LLM vs. 7-8B general LLMs vs. classical baselines; F1-macro / accuracy reporting.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3260" y="3108960"/>
            <a:ext cx="0" cy="137160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8328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38328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Substituted plutus-8B-instruct (TheFinAI's 2025 successor) when FinLLaMA-instruct was unpublished; prompt templates A/B specifically chosen to measure sensitivity.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12180" y="3108960"/>
            <a:ext cx="0" cy="137160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31089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172200" y="3429000"/>
            <a:ext cx="25603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only (no fine-tuning, no multimodal, no trading sim). 300-sample subsample per dataset for the LLM matrix to fit Modal T4 budget. Two prompts, two shot counts.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note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since the paper, and what we did about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54864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00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in the paper, TheFinAI/FinLLaMA-instruct, has been unpublished by the authors.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8229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substitute TheFinAI/plutus-8B-instruct (Feb 2025) — the same group's current 8B financial-instruction-tuned model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architecture (LLaMA-3 8B), same research direction, same goal: beat the base on financial NLP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itself is a finding: LLM benchmarks are fragile when the artifact under test can disappear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document the swap in our slides and report and re-run will be possible if FinLLaMA-instruct returns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and experimental design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Pipeline, datasets, models, prompts, defenses against leakage.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unified Sample schema; every downstream stage is dataset-agnostic.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data_loader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+ FiQA → unified dicts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92024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205740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5740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5740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A/B + few-shot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1188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374904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4904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runner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74904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T4 (LLMs) or CPU (baselines)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30352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44068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4068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parser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4068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Canonical label or null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995160" y="2011680"/>
            <a:ext cx="137160" cy="0"/>
          </a:xfrm>
          <a:prstGeom prst="line">
            <a:avLst/>
          </a:prstGeom>
          <a:noFill/>
          <a:ln w="2540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132320" y="1554480"/>
            <a:ext cx="155448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132320" y="16459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20116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F1m / accuracy / coverage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57200" y="274320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directory: meta.json + predictions.jsonl + progress.json — checkpoint/resume built 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ID schema: {model}__{dataset}__{template}__{shots}shot__seed{seed}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Volume caches HF weights — multi-GB download paid only once across the project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tracked separately so parse failures aren't force-mapped to 'neutral'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financial-sentiment benchmarks with different difficulty profiles.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737360"/>
                <a:gridCol w="1920240"/>
                <a:gridCol w="20116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 PhraseBank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Malo et al. 2014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690 test (sentences_75agree)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 / neu / pos (3-class)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Annotator agreement ≥ 75% — clean test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FiQA-SA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1,173 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∈ [-1, 1] → 3-class with ±0.10 band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Headlines + posts; noisier text, harder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320040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matrix uses a 300-sample subsample per dataset (Modal time budget); baselines use full test sets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pool: only FPB train (FiQA has no train split) — preserves test purity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Leakage caveat: both datasets predate every LLM here by 7-12 years and were almost certainly seen at pretraining time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models across three families: financial-tuned, general 7-8B LLM, and classical.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63040"/>
          <a:ext cx="84124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2468880"/>
                <a:gridCol w="14630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Size /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 included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Financial-tuned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TheFinAI/plutus-8B-instruct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8B · LLaMA-3,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Focal model — successor to FinLLaMA-instruct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mistralai/Mistral-7B-Instruct-v0.3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·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 LLaMA-family-like comparator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General-purpose 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Qwen/Qwen2.5-7B-Instruct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7B · 4-bit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 open instruct 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specialised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ProsusAI/finbert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110M · BERT classifier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Domain-specific small model — strong on FPB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Classical lexicon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Cheap floor — what does no learning give you?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LLMs run in 4-bit on a single Modal T4 (16GB VRAM). LLaMA-3.1-8B-Instruct skipped — gated, no access yet.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 templates (pre-registered)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templates is enough to measure prompt sensitivity — we don't pick the best, we report both.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4114800" cy="3200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 — minimalist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7830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Classify the sentiment of the following financial text as positive, negative, or neutral.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{text}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Sentiment: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4114800" cy="3200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4632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B — structured + definitions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783080"/>
            <a:ext cx="38404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financial analyst…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Positive: favorable conditions, growth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Negative: unfavorable, losses, risks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Neutral: factual without clear implication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Text: {text}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 with one word only: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matrix and defenses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LLM runs (3 models × 2 datasets × 2 templates × {0, 3}-shot) + 6 baseline runs (FinBERT, FinBERT-tone, VADER × 2 datasets).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decode (temperature=0, do_sample=False) — same input ⇒ same output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locked to 42 for every random draw: subsample, few-shot pick, baselines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pool drawn only from FPB train — never from test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prompt templates pre-registered — both reported, neither selected post-hoc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as first-class metric — parse failures excluded from F1, not force-mapped to 'neutral'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Greedy parser with synonym map (bullish/bearish/optimistic…) — case-insensitive, first-match wins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Reported metrics: F1-macro (primary), accuracy, F1-weighted, per-class precision/recall, confusion matrix, parsing coverage, runtime.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and error analysis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numbers, where models break, and concrete examples.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F1-macro by model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configuration per model on each dataset. Bigger = better.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f1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280160"/>
            <a:ext cx="7680960" cy="3200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results/summary/final_table.csv  ·  Re-render with scripts/make_figures.py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— best config per model ×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F1-macro is the primary metric (it is robust to the class imbalance in FPB and FiQA).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417320"/>
          <a:ext cx="8412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914400"/>
                <a:gridCol w="914400"/>
                <a:gridCol w="914400"/>
                <a:gridCol w="914400"/>
                <a:gridCol w="24688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FPB · F1m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FPB ·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 · F1m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FiQA · Acc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config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FinBERT (specialised, 110M)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0.482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on FPB · loses on FiQA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Qwen2.5-7B-Instruct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0.832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0.673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F5D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LLM on FiQA: tpl B 0-shot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Mistral-7B-Instruct-v0.3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0.890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LLM on FPB: tpl A 3-shot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plutus-8B-instruct (focal)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0.597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i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Mid-pack on both — see findings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VADER (lexicon)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0.554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7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Green-highlighted cells: per-dataset best.  ·  Source: results/summary/final_table.csv (dashboard at :8502).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findings the numbers tell us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table once — but interpret it three times.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9047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instruction tuning did NOT pull ahead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80136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plutus-8B (focal financial-tuned model) scored 0.829 F1m on FPB and 0.597 on FiQA. Mistral-7B beat it on FPB (0.890) and Qwen2.5-7B beat it on FiQA (0.673). On the paper's central claim — that financial instruction tuning improves downstream NLP — our subset replication says: not clearly, on these two datasets.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6888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54203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dominates FPB; loses on FiQA — strong reverse on out-of-domain text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85292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FPB the 110M specialised classifier (0.925 F1m) outperforms every 8B LLM. On FiQA it drops to 0.482 — Qwen2.5-7B beats it by 19 points. Domain-trained classifiers crush LLMs in-domain but generalise poorly to noisier text. A useful warning when picking models for production.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520440"/>
            <a:ext cx="73152" cy="9144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5935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 is comparable to model choice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0080" y="39044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 on FPB: Template A 0-shot 0.803 vs Template B 0-shot 0.689 — an 11-point gap from rewording alone. Qwen on FiQA: Template B 0-shot 0.673 vs Template A 0-shot 0.578 — 9 points. Plutus on FiQA: A 0-shot 0.597 vs B 0-shot 0.432 — 16 points. Single-prompt LLM benchmarks should not be trusted.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Financial PhraseBank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Class-level numbers expose hidden weaknesses an overall F1 can hide.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per_class_f1_FP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FiQA-SA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any class-specific gap between the financial model and the general LLMs.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per_class_f1_FiQ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280160"/>
            <a:ext cx="6400800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matrices — best config per model × dataset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Rows: true label  ·  Columns: predicted label  ·  Look for systematic mistakes.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confusion_gr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effect — does the financial model need fewer examples?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ΔF1-macro when going from 0-shot to 3-shot. If the focal model gains less, its tuning already encodes the task.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fewshot_effe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7315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coverage — does the model follow the format?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~95% is a flag. Coverage is reported separately so we don't paper over format failures.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coverage_heat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80160"/>
            <a:ext cx="7315200" cy="32918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Concrete cases — pulled from the dashboard 'Highlights' tab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card shows one sample, the gold label, and how each model classified it.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Focal wins, generals miss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17556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positive  ·  plutus-8B: positive  ·  Mistral: neutral  ·  Qwen2.5: neutral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44475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Generals win, focal misses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75564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negative  ·  Mistral: negative  ·  plutus-8B: neutral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template flips a model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34930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A → positive  ·  Template B → negative  (same model, same shots)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663440" y="3108960"/>
            <a:ext cx="40233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3108960"/>
            <a:ext cx="73152" cy="1554480"/>
          </a:xfrm>
          <a:prstGeom prst="rect">
            <a:avLst/>
          </a:prstGeom>
          <a:solidFill>
            <a:srgbClr val="F96167"/>
          </a:solidFill>
          <a:ln w="12700">
            <a:solidFill>
              <a:srgbClr val="F9616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3182112"/>
            <a:ext cx="3749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Everyone misses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46320" y="3493008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[paste sample text]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Gold: neutral  ·  All models predicted: positive (likely a calm-news-defaults-positive bias)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system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 grounded in our numbers and confusion matrices.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FinBERT on FPB: clean labels + matching domain ⇒ 0.925 F1m and 0.91–0.95 per-class F1 — strongest result anywhere in the matrix.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Mistral-7B on FPB with 3-shot Template A: 0.890 F1m, 0.903 accuracy — closes most of the FinBERT gap and shows that a general-purpose 7B can match a specialist when shown 3 in-context examples.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Qwen2.5-7B on FiQA Template B 0-shot: 0.673 F1m on the noisy/conversational FiQA where FinBERT collapses to 0.482 — generalist beats specialist out-of-domain.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 coverage ≥97% everywhere; only plutus-8B dipped below 100% (2 of 24 runs) — no run was poisoned by 'bullish'/'bearish'-style outputs that would have force-mapped to neutral.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 on FPB at 0.469 F1m provides a useful 'no-learning floor' — every other model is at least 17 points above it, validating the comparison.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categories — focal model misses (hand-categorized)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hand-tagged plutus-8B errors on FPB (results/summary/focal_error_sample.csv).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positive cue — 15 (50%): mild/forward-looking positives read as neutral (neutral-bias), e.g. 'plans to expand internationally'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Numerical reasoning — 8 (27%): needs comparing figures, e.g. 'loss narrowed 3.7→1.8mn' misread as negative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Factual neutral misclassed — 6 (20%): a neutral fact (appointment, M&amp;A, delisting) read as positive/negative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/ out-of-domain — 1 (3%): genuinely unclear sentence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8229600" cy="7315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02336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half the misses are a conservative neutral-bias, not random noise — only 1 of 30 errors is genuinely ambiguous label noise.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 dashboard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 localhost:8502 — every chart and table on these slides also updates as new runs finish.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dashboard_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82296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Includes: research-question verdict card, F1 comparison, prompt-sensitivity &amp; few-shot tables, per-class breakdown, confusion matrices.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Per-example breakdown — every model on the same sentence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any sample, see how each (model, template, shots) classified it; green = correct, red = wrong.</a:t>
            </a:r>
            <a:endParaRPr lang="en-US" sz="1300" dirty="0"/>
          </a:p>
        </p:txBody>
      </p:sp>
      <p:pic>
        <p:nvPicPr>
          <p:cNvPr id="6" name="Image 0" descr="C:\python_projects\finllama-sentiment\presentation\key_figures\dashboard_per_exampl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82296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6177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'highlights' tab auto-curates cases where models disagree — useful for picking concrete examples for a presentation.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28016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0" dirty="0"/>
          </a:p>
        </p:txBody>
      </p:sp>
      <p:sp>
        <p:nvSpPr>
          <p:cNvPr id="3" name="Text 1"/>
          <p:cNvSpPr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Reproducibility, prompt sensitivity, and what we'd do differently.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lessons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80160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316736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cost is real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572768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→ script split, run-dir schema with checkpoint/resume, parser as a tested module, Modal Volume for cached weights — without these, a 24-run matrix isn't redoable.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956816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1956816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993392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can vanish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249424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TheFinAI/FinLLaMA-instruct was unpublished between paper and our run. Benchmark results are only as durable as the artifacts they reference.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633472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33472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670048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sensitivity ≥ model choice (often)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2926080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ΔF1 between Template A and B was up to 16 points on the same model and dataset — comparable to gaps between models. Single-prompt LLM benchmarks should not be trusted.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3310128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310128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346704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matters more than people report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0080" y="3602736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Force-mapping plutus-8B's unparsed outputs to 'neutral' would overstate accuracy by up to 1.25 points (FPB, Template A, 3-shot). Most papers don't report it.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986784"/>
            <a:ext cx="8229600" cy="603504"/>
          </a:xfrm>
          <a:prstGeom prst="rect">
            <a:avLst/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986784"/>
            <a:ext cx="73152" cy="603504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4023360"/>
            <a:ext cx="7955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leakage caveat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0080" y="4279392"/>
            <a:ext cx="7955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FPB (2014) and FiQA (2018) almost certainly leaked into pretraining. Numbers here are an upper bound on real-world generalisation — a 2025 hold-out would be the honest test.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89204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 Finance Seminar  ·  Implementation Presentation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28600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we'd do differently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2025 financial-news held-out set to break leakage from FPB/FiQA pretraining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three or four prompt templates instead of two — make sensitivity even more legible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LLM-as-judge sanity pass over a 100-sample slice — catch label noise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few-shot examples drawn from the same dataset as the test (when available) — closer to real deployment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a smaller financial model (e.g. finma-7b) and a non-financial 8B baseline of the same era for a tighter family comparison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4572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7315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8046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instruction tuning did NOT clearly help. plutus-8B scored 0.829 / 0.597 F1m on FPB / FiQA — beaten on FPB by Mistral-7B (0.890) and on FiQA by Qwen2.5-7B (0.673). FinBERT (110M, in-domain trained) crushed every 8B model on FPB but lost by 19 points on FiQA.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48640" y="3383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takeaways for the audience to remember: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Don't trust LLM benchmarks reported with a single prompt — sensitivity here was 9-16 F1 points.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Specialised small models still beat 8B general LLMs in-domain — and the inverse on noisier text.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Reproducibility is structural: artefacts disappear, tokenizer formats break, gates close. Build for it.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23774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41148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· github.com/shimi777/finllama-sentiment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dashboard · localhost:8502  (run dashboard/run.bat)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Does Financial Instruction Tuning Help LLMs?</dc:title>
  <dc:subject>PptxGenJS Presentation</dc:subject>
  <dc:creator>LLMs in Finance Seminar</dc:creator>
  <cp:lastModifiedBy>LLMs in Finance Seminar</cp:lastModifiedBy>
  <cp:revision>1</cp:revision>
  <dcterms:created xsi:type="dcterms:W3CDTF">2026-07-05T19:53:00Z</dcterms:created>
  <dcterms:modified xsi:type="dcterms:W3CDTF">2026-07-05T19:53:00Z</dcterms:modified>
</cp:coreProperties>
</file>