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Financial Instruction Tuning Help LLMs?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Replicating the sentiment-classification slice of Open-FinLLMs (Huang et al., 2024)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Presentation  ·  30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[Authors]   ·   LLMs in Finance Seminar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and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6642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question, scope, reproducibility note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0" y="1444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 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5486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574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188720" y="2103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and experimental design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4414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Datasets, models, prompts, matrix, defenses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0" y="22219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8-10 min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5486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346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88720" y="2880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error analysis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2186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numbers, per-class behavior, concrete cases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29992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10-12 min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5486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118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188720" y="3657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9959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Reproducibility, prompt sensitivity, what we'd change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37764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2011680" y="1828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and setup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test, and why it matters.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Open-FinLLMs (Huang et al., 2024) claims financial instruction tuning improves financial NLP.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TheFinAI's financial instruction tuning beat the LLaMA-family base it was built on?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Specifically, on sentiment classification — and how does it compare to classical baselines (FinBERT, VADER) and other 7-8B general-purpose LLMs (Mistral, Qwen2.5)?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4290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FPB / FiQA-SA sentiment task; 4-bit inference of an 8B financial LLM vs. 7-8B general LLMs vs. classical baselines; F1-macro / accuracy reporting.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23260" y="3108960"/>
            <a:ext cx="0" cy="137160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34290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Substituted plutus-8B-instruct (TheFinAI's 2025 successor) when FinLLaMA-instruct was unpublished; prompt templates A/B specifically chosen to measure sensitivity.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12180" y="3108960"/>
            <a:ext cx="0" cy="137160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34290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only (no fine-tuning, no multimodal, no trading sim). 300-sample subsample per dataset for the LLM matrix to fit Modal T4 budget. Two prompts, two shot counts.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note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since the paper, and what we did about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in the paper, TheFinAI/FinLLaMA-instruct, has been unpublished by the authors.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substitute TheFinAI/plutus-8B-instruct (Feb 2025) — the same group's current 8B financial-instruction-tuned model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 (LLaMA-3 8B), same research direction, same goal: beat the base on financial NLP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itself is a finding: LLM benchmarks are fragile when the artifact under test can disappear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document the swap in our slides and report and re-run will be possible if FinLLaMA-instruct returns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2011680" y="1828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and experimental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01168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datasets, models, prompts, defenses against leakage.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unified Sample schema; every downstream stage is dataset-agnostic.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155448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data_loader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FPB + FiQA → unified dicts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20240" y="2011680"/>
            <a:ext cx="1371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57400" y="1554480"/>
            <a:ext cx="155448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5740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A/B + few-shot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11880" y="2011680"/>
            <a:ext cx="1371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49040" y="1554480"/>
            <a:ext cx="155448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runner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T4 (LLMs) or CPU (baselines)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03520" y="2011680"/>
            <a:ext cx="1371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40680" y="1554480"/>
            <a:ext cx="155448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4068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label or null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95160" y="2011680"/>
            <a:ext cx="1371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32320" y="1554480"/>
            <a:ext cx="155448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F1m / accuracy / coverage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Per-run directory: meta.json + predictions.jsonl + progress.json — checkpoint/resume built 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ID schema: {model}__{dataset}__{template}__{shots}shot__seed{seed}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Volume caches HF weights — multi-GB download paid only once across the project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tracked separately so parse failures aren't force-mapped to 'neutral'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financial-sentiment benchmarks with different difficulty profiles.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737360"/>
                <a:gridCol w="1920240"/>
                <a:gridCol w="2011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PhraseBank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Malo et al. 2014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690 test (sentences_75agree)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 / neu / pos (3-class)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Annotator agreement ≥ 75% — clean test 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FiQA-SA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FiQA 2018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1,173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∈ [-1, 1] → 3-class with ±0.10 band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Headlines + posts; noisier text, harder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20040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matrix uses a 300-sample subsample per dataset (Modal time budget); baselines use full test sets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pool: only FPB train (FiQA has no train split) — preserves test purity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caveat: both datasets predate every LLM here by 7-12 years and were almost certainly seen at pretraining time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models across three families: financial-tuned, general 7-8B LLM, and classical.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  <a:gridCol w="146304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/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Financial-tuned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TheFinAI/plutus-8B-instruct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8B · LLaMA-3, 4-bit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Focal model — successor to FinLLaMA-instruct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mistralai/Mistral-7B-Instruct-v0.3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 · 4-bit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LLaMA-family-like comparator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Qwen/Qwen2.5-7B-Instruct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 · 4-bit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open instruct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specialised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ProsusAI/finbert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110M · BERT classifier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Domain-specific small model — strong on FPB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lexicon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 floor — what does no learning give you?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LLMs run in 4-bit on a single Modal T4 (16GB VRAM). LLaMA-3.1-8B-Instruct skipped — gated, no access yet.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prompt templates (pre-registered)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templates is enough to measure prompt sensitivity — we don't pick the best, we report both.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3200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A — minimalist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 the sentiment of the following financial text as positive, negative, or neutral.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Text: {text}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114800" cy="3200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B — structured + definitions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78308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financial analyst…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Positive: favorable conditions, growth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Negative: unfavorable, losses, risks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Neutral: factual without clear implication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Text: {text}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with one word only: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matrix and defenses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LLM runs (3 models × 2 datasets × 2 templates × {0, 3}-shot) + 4 baseline runs.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decode (temperature=0, do_sample=False) — same input ⇒ same output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locked to 42 for every random draw: subsample, few-shot pick, baselines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pool drawn only from FPB train — never from test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prompt templates pre-registered — both reported, neither selected post-hoc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as first-class metric — parse failures excluded from F1, not force-mapped to 'neutral'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parser with synonym map (bullish/bearish/optimistic…) — case-insensitive, first-match wins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metrics: F1-macro (primary), accuracy, F1-weighted, per-class precision/recall, confusion matrix, parsing coverage, runtime.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2011680" y="1828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error analysis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numbers, where models break, and concrete examples.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F1-macro by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configuration per model on each dataset. Bigger = better.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f1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7680960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results/summary/final_table.csv  ·  Re-render with scripts/make_figures.py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 — best config per model × dataset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 is the primary metric (it is robust to the class imbalance in FPB and FiQA).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FPB · F1m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FPB · 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FiQA · F1m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FiQA · 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FinBERT (specialised, 110M)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Qwen2.5-7B-Instruct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on FiQA: tpl B 0-shot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Mistral-7B-Instruct-v0.3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on FPB-LLM: tpl A 3-shot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plutus-8B-instruct (focal)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[pending]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[pending]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[pending]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[pending]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Tokenizer fix retry running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VADER (lexicon)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Green-highlighted cells: per-dataset best.  ·  Source: results/summary/final_table.csv (dashboard at :8502).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findings the numbers tell us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table once — but interpret it three times.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9047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dominates FPB; loses on FiQA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013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FPB the 110M specialised classifier (0.925 F1m) outperforms every 8B LLM. On FiQA it drops to 0.482 — Qwen2.5 7B beats it by 19 points. Domain training on labelled in-domain data crushes generic models in-domain, but generalises poorly.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68880"/>
            <a:ext cx="731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42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sensitivity is comparable to model choice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852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on FPB: Template A 0-shot 0.803 vs Template B 0-shot 0.689 — an 11-point gap from rewording the prompt alone. Qwen on FiQA: Template B 0-shot 0.673 vs Template A 0-shot 0.578 — 9-point gap. Single-prompt LLM benchmarks should not be trusted.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20440"/>
            <a:ext cx="731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9359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helps unevenly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90448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FPB Template A: 0-shot 0.803 → 3-shot 0.890 (+8.7 points). But Qwen FiQA Template A: 0-shot 0.578 → 3-shot 0.547 (-3.1 points). Few-shot is not free — it can lock the model into the wrong frame.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— Financial PhraseBank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Class-level numbers expose hidden weaknesses an overall F1 can hide.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per_class_f1_FP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80160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— FiQA-SA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any class-specific gap between the financial model and the general LLMs.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per_class_f1_FiQ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80160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— best config per model × dataset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true label  ·  Columns: predicted label  ·  Look for systematic mistakes.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confusion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82296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effect — does the financial model need fewer examples?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ΔF1-macro when going from 0-shot to 3-shot. If the focal model gains less, its tuning already encodes the task.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fewshot_eff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73152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coverage — does the model follow the format?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~95% is a flag. Coverage is reported separately so we don't paper over format failures.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coverage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73152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cases — pulled from the dashboard 'Highlights' tab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shows one sample, the gold label, and how each model classified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1554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44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wins, generals miss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75564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sample text]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positive  ·  plutus-8B: positive  ·  Mistral: neutral  ·  Qwen2.5: neutral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371600"/>
            <a:ext cx="73152" cy="1554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444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Generals win, focal misses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75564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sample text]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negative  ·  Mistral: negative  ·  plutus-8B: neutral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73152" cy="1554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821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 flips a 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49300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sample text]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A → positive  ·  Template B → negative  (same model, same shots)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10896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108960"/>
            <a:ext cx="73152" cy="1554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1821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misses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49300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sample text]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neutral  ·  All models predicted: positive (likely a calm-news-defaults-positive bias)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system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grounded in our numbers and confusion matrices.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on FPB: clean labels + matching domain ⇒ 0.925 F1m and ≥0.93 on every class — strongest result anywhere in the matrix.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 on FPB with 3-shot Template A: 0.890 F1m, 0.903 accuracy — closes most of the FinBERT gap and shows that a general-purpose 7B can match a specialist when shown 3 in-context examples.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Qwen2.5-7B on FiQA Template B 0-shot: 0.673 F1m on the noisy/conversational FiQA where FinBERT collapses to 0.482 — generalist beats specialist out-of-domain.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LLMs hit 100% parsing coverage with our greedy + synonym-aware parser — no run was poisoned by 'bullish'/'bearish'-style outputs that would have force-mapped to neutral.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on FPB at 0.469 F1m provides a useful 'no-learning floor' — every other model is at least 17 points above it, validating the comparison.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categories — focal model misses (hand-categorized)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results/summary/focal_error_sample.csv, fill the 'category' column, paste the breakdown here.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— model treats a negated negative as positive (e.g. 'did not miss expectations')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reasoning — small revenue beat treated as 'positive' on noise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jargon / ambiguity — regulator commentary, hedged policy language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neutrals → mistaken for positive — calm news flagged as upbeat by default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 any additional category that emerges during your hand review]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when hand-tagging, look for cases where plutus-8B is right but Mistral/Qwen are wrong — those are the real evidence for or against the financial-tuning hypothesis.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analysis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localhost:8502 — every chart and table on these slides also updates as new runs finish.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dashboard_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822960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 research-question verdict card, F1 comparison, prompt-sensitivity &amp; few-shot tables, per-class breakdown, confusion matrices.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Per-example breakdown — every model on the same sentence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sample, see how each (model, template, shots) classified it; green = correct, red = wrong.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dashboard_per_examp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822960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'highlights' tab auto-curates cases where models disagree — useful for picking concrete examples for a presentation.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2011680" y="1828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Reproducibility, prompt sensitivity, and what we'd do differently.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lessons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1673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cost is real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→ script split, run-dir schema with checkpoint/resume, parser as a tested module, Modal Volume for cached weights — without these, a 12-run matrix isn't redoable.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956816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56816"/>
            <a:ext cx="73152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9339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 vanish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24942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TheFinAI/FinLLaMA-instruct was unpublished between paper and our run. Benchmark results are only as durable as the artifacts they reference.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33472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33472"/>
            <a:ext cx="73152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700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sensitivity ≥ model choice (often)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ΔF1 between Template A and B was [NUM] points — comparable to gaps between models. Single-prompt LLM benchmarks should not be trusted.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310128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10128"/>
            <a:ext cx="73152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34670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matters more than people report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602736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Force-mapping parse failures to 'neutral' would overstate accuracy by [NUM] points. Most papers don't report it.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986784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86784"/>
            <a:ext cx="73152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0233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caveat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27939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FPB (2014) and FiQA (2018) almost certainly leaked into pretraining. Numbers here are an upper bound on real-world generalisation — a 2025 hold-out would be the honest test.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do differently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2025 financial-news held-out set to break leakage from FPB/FiQA pretraining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three or four prompt templates instead of two — make sensitivity even more legible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LLM-as-judge sanity pass over a 100-sample slice — catch label noise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few-shot examples drawn from the same dataset as the test (when available) — closer to real deployment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 smaller financial model (e.g. finma-7b) and a non-financial 8B baseline of the same era for a tighter family comparison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 one-sentence answer to the research question once the matrix completes — e.g. 'Financial instruction tuning gave plutus-8B a [NUM]-point F1 edge over the strongest general 7B LLM on FPB, but the small specialised FinBERT still outperformed every 8B model on this in-domain task.']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takeaways for the audience to remember: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[primary takeaway — fill in once you have the numbers]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[secondary takeaway — likely about prompt sensitivity or reproducibility]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· github.com/shimi777/finllama-sentiment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dashboard · localhost:8502  (run dashboard/run.bat)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Does Financial Instruction Tuning Help LLMs?</dc:title>
  <dc:subject>PptxGenJS Presentation</dc:subject>
  <dc:creator>LLMs in Finance Seminar</dc:creator>
  <cp:lastModifiedBy>LLMs in Finance Seminar</cp:lastModifiedBy>
  <cp:revision>1</cp:revision>
  <dcterms:created xsi:type="dcterms:W3CDTF">2026-05-03T23:32:46Z</dcterms:created>
  <dcterms:modified xsi:type="dcterms:W3CDTF">2026-05-03T23:32:46Z</dcterms:modified>
</cp:coreProperties>
</file>